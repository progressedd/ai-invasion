
<file path=[Content_Types].xml><?xml version="1.0" encoding="utf-8"?>
<Types xmlns="http://schemas.openxmlformats.org/package/2006/content-types">
  <Default Extension="gif" ContentType="image/gif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32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17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&lt;div class="media-wrap"&gt;
  &lt;img src="00-supporting-files/images/slides/Evolution.png" /&gt;
&lt;/div&gt;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19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-Troy-Mcclure">
            <a:hlinkClick r:id="" action="ppaction://media"/>
            <a:extLst>
              <a:ext uri="{FF2B5EF4-FFF2-40B4-BE49-F238E27FC236}">
                <a16:creationId xmlns:a16="http://schemas.microsoft.com/office/drawing/2014/main" id="{FC52C168-3158-AC53-3F1E-CA15E242B45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81955" y="643466"/>
            <a:ext cx="7428089" cy="55710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pongebob-patrick">
            <a:hlinkClick r:id="" action="ppaction://media"/>
            <a:extLst>
              <a:ext uri="{FF2B5EF4-FFF2-40B4-BE49-F238E27FC236}">
                <a16:creationId xmlns:a16="http://schemas.microsoft.com/office/drawing/2014/main" id="{B7245D59-0379-0FA9-41DD-F51752316FD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54780" y="643466"/>
            <a:ext cx="7282440" cy="55710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BC2764-FE70-0E49-9FA9-F92C37EE1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1557" y="2483707"/>
            <a:ext cx="2075936" cy="207593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u-gi-oh-yugi-muto">
            <a:hlinkClick r:id="" action="ppaction://media"/>
            <a:extLst>
              <a:ext uri="{FF2B5EF4-FFF2-40B4-BE49-F238E27FC236}">
                <a16:creationId xmlns:a16="http://schemas.microsoft.com/office/drawing/2014/main" id="{970FE080-C0EC-95CB-D75E-25A6B28F197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614083" y="643466"/>
            <a:ext cx="6963833" cy="55710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47</Words>
  <Application>Microsoft Macintosh PowerPoint</Application>
  <PresentationFormat>Widescreen</PresentationFormat>
  <Paragraphs>21</Paragraphs>
  <Slides>20</Slides>
  <Notes>20</Notes>
  <HiddenSlides>0</HiddenSlides>
  <MMClips>3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LAND.E a Local AI Drafting Environment</dc:title>
  <dc:subject>PptxGenJS Presentation</dc:subject>
  <dc:creator>Created by Marp</dc:creator>
  <cp:lastModifiedBy>Edward Tang</cp:lastModifiedBy>
  <cp:revision>2</cp:revision>
  <dcterms:created xsi:type="dcterms:W3CDTF">2026-05-01T15:14:22Z</dcterms:created>
  <dcterms:modified xsi:type="dcterms:W3CDTF">2026-05-01T15:28:35Z</dcterms:modified>
</cp:coreProperties>
</file>